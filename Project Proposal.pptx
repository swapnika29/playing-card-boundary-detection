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6E44-C09B-57D0-1306-6AE331B43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94D114-FB6F-CC94-8044-D662B98AE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F2AC8-B0D8-1E19-3F2C-8B6321936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BBF-7618-4739-839F-2B8707ECD5F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BB6D0-3E8E-AAD4-A69C-BE0E77C9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F7065-9187-1EFF-7A7B-DDEDDC15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5ECC-9574-4981-A04A-86D5939A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59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66AA-ED7E-9DDD-A2E9-20D4DD94F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654AD-068A-D548-239D-54D22D278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74E76-DFE8-897C-5C10-02CB1D87D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BBF-7618-4739-839F-2B8707ECD5F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42DCF-D519-28B2-E923-3B382F36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EFA6F-E5C0-B3D9-88C2-B1E6608F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5ECC-9574-4981-A04A-86D5939A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63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E393-C8DF-8440-4AF9-ECB2BFF6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83172-9544-C353-BB5E-AF029C32A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2B59F-8A7B-A630-FCA1-8C9A8B9BE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BBF-7618-4739-839F-2B8707ECD5F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B94A1-2E27-E170-3139-00EF7661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615B2-9A46-4D4A-9710-D1DA8405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5ECC-9574-4981-A04A-86D5939A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654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01844-EE29-CD2E-9593-67DC351F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6770A-D97F-A8CB-D57D-772BC88E7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056AE-44E0-629B-1AAA-09A9A35EA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30FBB-1D8A-12B1-8CE3-BF138777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BBF-7618-4739-839F-2B8707ECD5F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30D54-34B4-D5F8-9795-FF5E3B409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9C825-1353-9ADA-6DDB-1FC46309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5ECC-9574-4981-A04A-86D5939A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29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30351-7F95-9485-9ABF-F557E7BD0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BD986-805F-5539-AA05-06C8C5E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20241-0461-B038-4FCB-F6358FB7F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1AA2F-F8F7-9894-825A-253F5B94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11933-8C68-E975-1DB8-2C3949980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ACC31D-8DF9-8047-371B-4F02189EB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BBF-7618-4739-839F-2B8707ECD5F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C1098B-71D7-814A-9C04-DA7D100F0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E95DDF-C83A-C879-A56D-F560112A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5ECC-9574-4981-A04A-86D5939A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001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903DE-F99A-9414-7245-4D07D033B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777EF-1124-E220-1154-8580E409D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BBF-7618-4739-839F-2B8707ECD5F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C91BF-B178-E540-7ABB-F29A0F20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6CC3B-64CD-605A-3F6F-88A1234B6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5ECC-9574-4981-A04A-86D5939A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2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DD04C4-5465-AF11-3FD3-3194958DC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BBF-7618-4739-839F-2B8707ECD5F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DD029A-700E-1652-1ED0-A9A42C42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5092B-7ACF-A858-1ACB-0950207B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5ECC-9574-4981-A04A-86D5939A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06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7D791-5DD2-786F-A4C3-60992F3A9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8692C-6CC9-6903-570F-463E7DEFF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3EBA5-2ED3-0C3C-E3B6-DEA1AB9E1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B4C23-97A6-BA60-9DE2-3C3DB4E6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BBF-7618-4739-839F-2B8707ECD5F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4BAF-DAAC-C6EE-7C4B-9E6C856E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D3D4A-C328-FE04-7D8B-11CFA2B6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5ECC-9574-4981-A04A-86D5939A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531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933C-FFA9-3E1D-61FB-463A6AB2F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C3F39B-64DD-50FB-996B-E56D86383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540A1-57B9-D513-58BA-483217DD0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EEAE0-1355-E241-2BFF-5B2EFC47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BBF-7618-4739-839F-2B8707ECD5F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34152-EF1A-1227-A1A3-33D24995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0D5B5-69BB-EA29-C931-CFD54D66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5ECC-9574-4981-A04A-86D5939A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16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1DA90-632E-A4F5-B051-1944E8D51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740E-B3CA-A96E-382B-82A806C2A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9A026-C5AE-F606-0E42-D4CB081F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BBF-7618-4739-839F-2B8707ECD5F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14FBE-9944-961C-A6A2-546D23605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95A17-15AD-0262-9591-FAB716F7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5ECC-9574-4981-A04A-86D5939A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179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BAB8B8-1F80-A192-7A9B-7EC355C5F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56F23-E30D-1321-FE48-498794DE2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53882-AE7A-5A78-63C6-4FC57EAC5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BBF-7618-4739-839F-2B8707ECD5F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CDF6D-360D-6C5B-FE47-5C4C13B46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28866-F909-389C-AFE2-EB0769E77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5ECC-9574-4981-A04A-86D5939A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0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80C5A3-F054-9B4D-B67A-E005A2C53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92A7B-FACA-1C08-7034-B6DE095D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31BF5-6829-10C2-E7A6-12EC5D7C2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9DBBF-7618-4739-839F-2B8707ECD5F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686DA-73B9-4F2B-467A-42C0DF633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8AE9C-FADB-2FA4-7EFB-38AF50472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15ECC-9574-4981-A04A-86D5939A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157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47F2-9A7E-C3FE-7D95-5D6630144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29" y="365125"/>
            <a:ext cx="10613571" cy="854075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+mn-lt"/>
              </a:rPr>
              <a:t>Title : </a:t>
            </a:r>
            <a:r>
              <a:rPr lang="en-US" sz="2800" dirty="0">
                <a:latin typeface="+mn-lt"/>
              </a:rPr>
              <a:t>Detecting Playing Card boundaries in Real-world Scenes using Edges and Corners</a:t>
            </a:r>
            <a:endParaRPr lang="en-IN" sz="28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0A54-00FB-4533-ADFD-62DDE71E3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29" y="1447800"/>
            <a:ext cx="11038114" cy="5045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Team Composition </a:t>
            </a:r>
            <a:r>
              <a:rPr lang="en-IN" sz="2000" dirty="0"/>
              <a:t>: Mounika Teppola &amp; Bala Swapnika Gopi (Group 10)</a:t>
            </a:r>
          </a:p>
          <a:p>
            <a:pPr marL="0" indent="0">
              <a:buNone/>
            </a:pPr>
            <a:r>
              <a:rPr lang="en-IN" sz="2000" b="1" dirty="0"/>
              <a:t>Dataset Description </a:t>
            </a:r>
          </a:p>
          <a:p>
            <a:pPr marL="0" indent="0">
              <a:buNone/>
            </a:pPr>
            <a:r>
              <a:rPr lang="en-US" sz="2000" dirty="0"/>
              <a:t>The dataset will consist of real-world</a:t>
            </a:r>
            <a:r>
              <a:rPr lang="en-US" sz="2000" b="1" dirty="0"/>
              <a:t> </a:t>
            </a:r>
            <a:r>
              <a:rPr lang="en-US" sz="2000" dirty="0"/>
              <a:t>images and video captured using a phone camera.</a:t>
            </a:r>
          </a:p>
          <a:p>
            <a:pPr marL="0" indent="0">
              <a:buNone/>
            </a:pPr>
            <a:r>
              <a:rPr lang="en-US" sz="2000" b="1" dirty="0"/>
              <a:t>Dataset Characteristics</a:t>
            </a:r>
          </a:p>
          <a:p>
            <a:pPr marL="0" indent="0">
              <a:buNone/>
            </a:pPr>
            <a:r>
              <a:rPr lang="en-US" sz="2000" dirty="0"/>
              <a:t>The dataset will include real-world variability and challenging conditions such as:</a:t>
            </a:r>
          </a:p>
          <a:p>
            <a:pPr lvl="1"/>
            <a:r>
              <a:rPr lang="en-US" sz="2000" dirty="0"/>
              <a:t>Cards placed on clean, simple backgrounds for baseline comparison.</a:t>
            </a:r>
          </a:p>
          <a:p>
            <a:pPr lvl="1"/>
            <a:r>
              <a:rPr lang="en-US" sz="2000" dirty="0"/>
              <a:t>Cards placed on cluttered or textured surfaces such as desks, bedsheets or tables with nearby objects.</a:t>
            </a:r>
          </a:p>
          <a:p>
            <a:pPr lvl="1"/>
            <a:r>
              <a:rPr lang="en-US" sz="2000" dirty="0"/>
              <a:t>Cards captured at different viewing angles and rotations.</a:t>
            </a:r>
          </a:p>
          <a:p>
            <a:pPr lvl="1"/>
            <a:r>
              <a:rPr lang="en-US" sz="2000" dirty="0"/>
              <a:t>Cards recorded under uneven lighting, dim light or shadowed conditions.</a:t>
            </a:r>
          </a:p>
          <a:p>
            <a:pPr lvl="1"/>
            <a:r>
              <a:rPr lang="en-US" sz="2000" dirty="0"/>
              <a:t>Cards that are partially occluded by other cards or surrounding objects.</a:t>
            </a:r>
          </a:p>
          <a:p>
            <a:pPr lvl="1"/>
            <a:r>
              <a:rPr lang="en-US" sz="2000" dirty="0"/>
              <a:t>Cards affected by motion blur in handheld video frames.</a:t>
            </a:r>
          </a:p>
          <a:p>
            <a:pPr lvl="1"/>
            <a:r>
              <a:rPr lang="en-US" sz="2000" dirty="0"/>
              <a:t>Cards appearing at different scales by varying the camera to object distance.</a:t>
            </a:r>
          </a:p>
        </p:txBody>
      </p:sp>
    </p:spTree>
    <p:extLst>
      <p:ext uri="{BB962C8B-B14F-4D97-AF65-F5344CB8AC3E}">
        <p14:creationId xmlns:p14="http://schemas.microsoft.com/office/powerpoint/2010/main" val="2929400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5E8CB-D93D-0795-E7D8-3437CF4F4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478971"/>
            <a:ext cx="10635344" cy="60306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/>
              <a:t>Application Idea</a:t>
            </a:r>
          </a:p>
          <a:p>
            <a:pPr marL="0" indent="0">
              <a:buNone/>
            </a:pPr>
            <a:r>
              <a:rPr lang="en-US" sz="2000" dirty="0"/>
              <a:t>This project aims to detect the boundary and corners of a playing card in real-world environments using classical computer vision techniques. The system will identify the edges of the card and its four corners from images or video frames captured in everyday settings. </a:t>
            </a:r>
          </a:p>
          <a:p>
            <a:pPr marL="0" indent="0">
              <a:buNone/>
            </a:pPr>
            <a:r>
              <a:rPr lang="en-US" sz="2000" b="1" dirty="0"/>
              <a:t>Real World Applications</a:t>
            </a:r>
          </a:p>
          <a:p>
            <a:r>
              <a:rPr lang="en-US" sz="2000" dirty="0"/>
              <a:t>Document Scanning Systems</a:t>
            </a:r>
          </a:p>
          <a:p>
            <a:r>
              <a:rPr lang="en-US" sz="2000" dirty="0"/>
              <a:t>Automatic Object Cropping</a:t>
            </a:r>
          </a:p>
          <a:p>
            <a:r>
              <a:rPr lang="en-US" sz="2000" dirty="0"/>
              <a:t>Augmented Reality Tracking Markers</a:t>
            </a:r>
          </a:p>
          <a:p>
            <a:r>
              <a:rPr lang="en-US" sz="2000" dirty="0"/>
              <a:t>Card Recognition in Gaming Systems</a:t>
            </a:r>
          </a:p>
          <a:p>
            <a:pPr marL="0" indent="0">
              <a:buNone/>
            </a:pPr>
            <a:r>
              <a:rPr lang="en-US" sz="2000" b="1" dirty="0"/>
              <a:t>Core Algorithms</a:t>
            </a:r>
          </a:p>
          <a:p>
            <a:r>
              <a:rPr lang="en-US" sz="2000" b="1" dirty="0"/>
              <a:t>Edge Detection (Canny Edge Detection)</a:t>
            </a:r>
          </a:p>
          <a:p>
            <a:pPr marL="0" indent="0">
              <a:buNone/>
            </a:pPr>
            <a:r>
              <a:rPr lang="en-US" sz="2000" dirty="0"/>
              <a:t>    Used to detect strong edges in the image and highlight the rectangular boundary of the card.</a:t>
            </a:r>
          </a:p>
          <a:p>
            <a:r>
              <a:rPr lang="en-US" sz="2000" b="1" dirty="0"/>
              <a:t>Corner Detection (Harris Corner Detection and Shi-Tomasi Corner Detection)</a:t>
            </a:r>
          </a:p>
          <a:p>
            <a:pPr marL="0" indent="0">
              <a:buNone/>
            </a:pPr>
            <a:r>
              <a:rPr lang="en-US" sz="2000" dirty="0"/>
              <a:t>     Used to identify the four corner points of the card based on strong intensity changes in multiple directions.</a:t>
            </a:r>
          </a:p>
          <a:p>
            <a:pPr marL="0" indent="0">
              <a:buNone/>
            </a:pPr>
            <a:r>
              <a:rPr lang="en-US" sz="2000" i="1" dirty="0"/>
              <a:t>Additional supporting classical CV methods may be used if necessary to improve detection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730014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280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Title : Detecting Playing Card boundaries in Real-world Scenes using Edges and Corners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Mounika Teppola</dc:creator>
  <cp:lastModifiedBy>Mounika Teppola</cp:lastModifiedBy>
  <cp:revision>4</cp:revision>
  <dcterms:created xsi:type="dcterms:W3CDTF">2026-03-15T22:02:58Z</dcterms:created>
  <dcterms:modified xsi:type="dcterms:W3CDTF">2026-03-15T22:32:53Z</dcterms:modified>
</cp:coreProperties>
</file>